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 Persona DB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合作提案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Lite 交付 · 類心理師計費模式 · 長期迭代合作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Kuo-Shou Tsai · 2026-07-12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今天要聊的三件事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Lite：做了什麼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54480" y="1737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1069 筆人設資料庫、查詢工具、品質驗證報告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37744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定價與計費方式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554480" y="2834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固定價 NT$20,000 ＋ 後續類心理師時薪制 NT$3,000/hr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118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下一步與啟動方式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554480" y="3931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如何開始合作、服務分級、月上限選項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Lite：做了什麼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8288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1,069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台灣人設筆數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97480" y="118872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9748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全臺縣市覆蓋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18288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驗證規則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95160" y="1188720"/>
            <a:ext cx="182880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9516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官方統計引用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2560320" cy="20116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92608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資料本體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3152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1069 筆 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維度結構化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 Prompt 格式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474720" y="2743200"/>
            <a:ext cx="2560320" cy="20116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92608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47472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實用工具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365760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查詢過濾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條自動 QA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分層抽樣工具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00800" y="2743200"/>
            <a:ext cx="2560320" cy="20116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92608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0080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完整文件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58368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規格書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方法論白皮書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產出驗證報告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資料品質保證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24688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驗證項目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對比對象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年齡分布誤差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內政部戶籍統計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區域分布誤差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臺灣人口比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性別比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49.7:50.3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實際 49.5:50.5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縣市覆蓋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22/22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全臺各縣市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驗證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20/20 通過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R1-R20 自動化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資料源引用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個官方源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ODRP014/DGBAS/主計總處/內政部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詳細報告：GENERATION-VERIFICATION-2026-07-12.md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Lite 定價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4747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34747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NT$20,000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一次付清 · 永久授權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可用於商業產品內部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不可轉售 / 再授權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不含後續更新（另計）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754880" y="109728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定價理由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029200" y="16459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傳統外包行情：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NT$80K - 150K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本資料庫品質：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個官方資料源
人口誤差 ≤ 0.4%
20 條 QA 全通過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定價策略：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試水價，低於市場 75-85%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後續服務：類心理師計費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14630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51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核心理念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心理師收 NT$2,000-4,000/50min，賣的是 </a:t>
            </a:r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聆聽、分析、判斷的能力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這裡收 NT$3,000/hr，賣的是 </a:t>
            </a:r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× AI pairing 的迭代產出能力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你不是在買「工程師的時間」，而是在買「一個知道問題在哪、知道怎麼用 AI 解決的人的判斷力」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3657600" cy="20116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74320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NT$3,000 / hr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最低計費 15 分鐘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時數由 AI session log 自動回報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客戶可查 raw log 驗證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657600" cy="20116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含哪些服務？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2004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資料修正與更新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Domain 維度疊加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新國家/產業版本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操作教學與交接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時數透明機制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237744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提出需求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你說「幫我加一個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選舉投票維度」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188720"/>
            <a:ext cx="23774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691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 code → 改 script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重跑 → QA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88720"/>
            <a:ext cx="23774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確認完成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691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 review 覺得 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commit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600200"/>
            <a:ext cx="320040" cy="32004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600200"/>
            <a:ext cx="320040" cy="32004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2608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計時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不計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3F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修改 code、分析資料的實際工作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API 費用（NT$~0.4/次，客戶免負擔）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見面討論 / 線上會議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聊兩句確認事項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調整參數 + re-run + QA iteration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背景發想的時間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操作教學與交接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學習新工具的時間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實際範例：一日工作紀錄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2026-07-11 ｜ 同一 session 內 6 個工作 cycle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371600"/>
                <a:gridCol w="17373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工作項目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時數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現狀盤點 + 改進策略討論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分層抽樣 review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NT$1,500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65+ 長者 prompt 自然化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NT$1,500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全量 Pro review 6 chunks + 3 bugs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NT$2,250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婚姻真實統計資料整合（MOI）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NT$3,000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45+ 未婚家庭描述 bug 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NT$1,500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合計：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3.55 小時  </a:t>
            </a:r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NT$ 10,650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後續服務分級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資料維護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資料錯誤修正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人口權重更新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命名風格擴充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18288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 0.5-1.0 hr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NT$1,500-3,000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097280"/>
            <a:ext cx="25603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7472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疊加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2194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選舉投票紀錄維度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消費習慣維度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金融風險偏好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3291840"/>
            <a:ext cx="18288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 2.0-4.0 hr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NT$6,000-12,000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10972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0080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全新建置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2194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日本/越南/美國版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特定產業別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完整資料庫系統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3291840"/>
            <a:ext cx="18288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 8.0-15.0 hr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NT$24,000-45,000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下一步：如何開始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320040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2801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你取得 Phase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NT$20,000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完整資料庫系統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1069 筆 + 工具 + 文件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920240" cy="320040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801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實際試用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22860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query 工具查你的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目標客群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看品質是否符合預期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1920240" cy="320040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0" y="12801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提出修改需求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22860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session log 時薪計費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每月結算一次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透明可查驗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86600" y="1188720"/>
            <a:ext cx="1920240" cy="320040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26680" y="12801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長期合作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22860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可轉月訂閱制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NT$15K-25K/月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穩定迭代更新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可調整選項：月上限 NT$20-30K ｜ 最低月份按實際時數 ｜ 多 domain 疊加 9 折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 ｜ 期待合作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所有資料與文件已上傳至 GitHub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https://github.com/kstsai/media-narrative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 Persona DB — 合作提案</dc:title>
  <dc:subject>PptxGenJS Presentation</dc:subject>
  <dc:creator>Kuo-Shou Tsai</dc:creator>
  <cp:lastModifiedBy>Kuo-Shou Tsai</cp:lastModifiedBy>
  <cp:revision>1</cp:revision>
  <dcterms:created xsi:type="dcterms:W3CDTF">2026-07-13T01:17:17Z</dcterms:created>
  <dcterms:modified xsi:type="dcterms:W3CDTF">2026-07-13T01:17:17Z</dcterms:modified>
</cp:coreProperties>
</file>